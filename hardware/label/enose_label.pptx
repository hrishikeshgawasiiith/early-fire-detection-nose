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484438" cy="2555875"/>
  <p:notesSz cx="7077075" cy="9363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0" autoAdjust="0"/>
    <p:restoredTop sz="94660"/>
  </p:normalViewPr>
  <p:slideViewPr>
    <p:cSldViewPr snapToGrid="0">
      <p:cViewPr varScale="1">
        <p:scale>
          <a:sx n="294" d="100"/>
          <a:sy n="294" d="100"/>
        </p:scale>
        <p:origin x="228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069850DE-A896-4936-8EA3-44EDEF4E0338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1169988"/>
            <a:ext cx="3070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BCD7F5AE-FDA3-46A3-9B49-4FD9838C8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07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1pPr>
    <a:lvl2pPr marL="120957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2pPr>
    <a:lvl3pPr marL="241914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3pPr>
    <a:lvl4pPr marL="362871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4pPr>
    <a:lvl5pPr marL="483827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5pPr>
    <a:lvl6pPr marL="604784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6pPr>
    <a:lvl7pPr marL="725741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7pPr>
    <a:lvl8pPr marL="846698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8pPr>
    <a:lvl9pPr marL="967655" algn="l" defTabSz="241914" rtl="0" eaLnBrk="1" latinLnBrk="0" hangingPunct="1">
      <a:defRPr sz="3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333" y="418288"/>
            <a:ext cx="2111772" cy="889823"/>
          </a:xfrm>
        </p:spPr>
        <p:txBody>
          <a:bodyPr anchor="b"/>
          <a:lstStyle>
            <a:lvl1pPr algn="ctr">
              <a:defRPr sz="1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555" y="1342426"/>
            <a:ext cx="1863329" cy="617078"/>
          </a:xfrm>
        </p:spPr>
        <p:txBody>
          <a:bodyPr/>
          <a:lstStyle>
            <a:lvl1pPr marL="0" indent="0" algn="ctr">
              <a:buNone/>
              <a:defRPr sz="652"/>
            </a:lvl1pPr>
            <a:lvl2pPr marL="124221" indent="0" algn="ctr">
              <a:buNone/>
              <a:defRPr sz="543"/>
            </a:lvl2pPr>
            <a:lvl3pPr marL="248442" indent="0" algn="ctr">
              <a:buNone/>
              <a:defRPr sz="489"/>
            </a:lvl3pPr>
            <a:lvl4pPr marL="372664" indent="0" algn="ctr">
              <a:buNone/>
              <a:defRPr sz="435"/>
            </a:lvl4pPr>
            <a:lvl5pPr marL="496885" indent="0" algn="ctr">
              <a:buNone/>
              <a:defRPr sz="435"/>
            </a:lvl5pPr>
            <a:lvl6pPr marL="621106" indent="0" algn="ctr">
              <a:buNone/>
              <a:defRPr sz="435"/>
            </a:lvl6pPr>
            <a:lvl7pPr marL="745327" indent="0" algn="ctr">
              <a:buNone/>
              <a:defRPr sz="435"/>
            </a:lvl7pPr>
            <a:lvl8pPr marL="869549" indent="0" algn="ctr">
              <a:buNone/>
              <a:defRPr sz="435"/>
            </a:lvl8pPr>
            <a:lvl9pPr marL="993770" indent="0" algn="ctr">
              <a:buNone/>
              <a:defRPr sz="4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0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8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11" y="637194"/>
            <a:ext cx="2142828" cy="1063173"/>
          </a:xfrm>
        </p:spPr>
        <p:txBody>
          <a:bodyPr anchor="b"/>
          <a:lstStyle>
            <a:lvl1pPr>
              <a:defRPr sz="1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511" y="1710426"/>
            <a:ext cx="2142828" cy="559097"/>
          </a:xfrm>
        </p:spPr>
        <p:txBody>
          <a:bodyPr/>
          <a:lstStyle>
            <a:lvl1pPr marL="0" indent="0">
              <a:buNone/>
              <a:defRPr sz="652">
                <a:solidFill>
                  <a:schemeClr val="tx1"/>
                </a:solidFill>
              </a:defRPr>
            </a:lvl1pPr>
            <a:lvl2pPr marL="124221" indent="0">
              <a:buNone/>
              <a:defRPr sz="543">
                <a:solidFill>
                  <a:schemeClr val="tx1">
                    <a:tint val="75000"/>
                  </a:schemeClr>
                </a:solidFill>
              </a:defRPr>
            </a:lvl2pPr>
            <a:lvl3pPr marL="248442" indent="0">
              <a:buNone/>
              <a:defRPr sz="489">
                <a:solidFill>
                  <a:schemeClr val="tx1">
                    <a:tint val="75000"/>
                  </a:schemeClr>
                </a:solidFill>
              </a:defRPr>
            </a:lvl3pPr>
            <a:lvl4pPr marL="372664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4pPr>
            <a:lvl5pPr marL="496885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5pPr>
            <a:lvl6pPr marL="621106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6pPr>
            <a:lvl7pPr marL="745327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7pPr>
            <a:lvl8pPr marL="869549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8pPr>
            <a:lvl9pPr marL="993770" indent="0">
              <a:buNone/>
              <a:defRPr sz="4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96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0805" y="680383"/>
            <a:ext cx="1055886" cy="1621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747" y="680383"/>
            <a:ext cx="1055886" cy="1621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78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29" y="136077"/>
            <a:ext cx="2142828" cy="494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129" y="626544"/>
            <a:ext cx="1051034" cy="307060"/>
          </a:xfrm>
        </p:spPr>
        <p:txBody>
          <a:bodyPr anchor="b"/>
          <a:lstStyle>
            <a:lvl1pPr marL="0" indent="0">
              <a:buNone/>
              <a:defRPr sz="652" b="1"/>
            </a:lvl1pPr>
            <a:lvl2pPr marL="124221" indent="0">
              <a:buNone/>
              <a:defRPr sz="543" b="1"/>
            </a:lvl2pPr>
            <a:lvl3pPr marL="248442" indent="0">
              <a:buNone/>
              <a:defRPr sz="489" b="1"/>
            </a:lvl3pPr>
            <a:lvl4pPr marL="372664" indent="0">
              <a:buNone/>
              <a:defRPr sz="435" b="1"/>
            </a:lvl4pPr>
            <a:lvl5pPr marL="496885" indent="0">
              <a:buNone/>
              <a:defRPr sz="435" b="1"/>
            </a:lvl5pPr>
            <a:lvl6pPr marL="621106" indent="0">
              <a:buNone/>
              <a:defRPr sz="435" b="1"/>
            </a:lvl6pPr>
            <a:lvl7pPr marL="745327" indent="0">
              <a:buNone/>
              <a:defRPr sz="435" b="1"/>
            </a:lvl7pPr>
            <a:lvl8pPr marL="869549" indent="0">
              <a:buNone/>
              <a:defRPr sz="435" b="1"/>
            </a:lvl8pPr>
            <a:lvl9pPr marL="993770" indent="0">
              <a:buNone/>
              <a:defRPr sz="4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129" y="933605"/>
            <a:ext cx="1051034" cy="1373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57747" y="626544"/>
            <a:ext cx="1056210" cy="307060"/>
          </a:xfrm>
        </p:spPr>
        <p:txBody>
          <a:bodyPr anchor="b"/>
          <a:lstStyle>
            <a:lvl1pPr marL="0" indent="0">
              <a:buNone/>
              <a:defRPr sz="652" b="1"/>
            </a:lvl1pPr>
            <a:lvl2pPr marL="124221" indent="0">
              <a:buNone/>
              <a:defRPr sz="543" b="1"/>
            </a:lvl2pPr>
            <a:lvl3pPr marL="248442" indent="0">
              <a:buNone/>
              <a:defRPr sz="489" b="1"/>
            </a:lvl3pPr>
            <a:lvl4pPr marL="372664" indent="0">
              <a:buNone/>
              <a:defRPr sz="435" b="1"/>
            </a:lvl4pPr>
            <a:lvl5pPr marL="496885" indent="0">
              <a:buNone/>
              <a:defRPr sz="435" b="1"/>
            </a:lvl5pPr>
            <a:lvl6pPr marL="621106" indent="0">
              <a:buNone/>
              <a:defRPr sz="435" b="1"/>
            </a:lvl6pPr>
            <a:lvl7pPr marL="745327" indent="0">
              <a:buNone/>
              <a:defRPr sz="435" b="1"/>
            </a:lvl7pPr>
            <a:lvl8pPr marL="869549" indent="0">
              <a:buNone/>
              <a:defRPr sz="435" b="1"/>
            </a:lvl8pPr>
            <a:lvl9pPr marL="993770" indent="0">
              <a:buNone/>
              <a:defRPr sz="4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57747" y="933605"/>
            <a:ext cx="1056210" cy="1373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84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95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9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29" y="170392"/>
            <a:ext cx="801296" cy="596371"/>
          </a:xfrm>
        </p:spPr>
        <p:txBody>
          <a:bodyPr anchor="b"/>
          <a:lstStyle>
            <a:lvl1pPr>
              <a:defRPr sz="8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6210" y="367999"/>
            <a:ext cx="1257747" cy="1816328"/>
          </a:xfrm>
        </p:spPr>
        <p:txBody>
          <a:bodyPr/>
          <a:lstStyle>
            <a:lvl1pPr>
              <a:defRPr sz="869"/>
            </a:lvl1pPr>
            <a:lvl2pPr>
              <a:defRPr sz="761"/>
            </a:lvl2pPr>
            <a:lvl3pPr>
              <a:defRPr sz="652"/>
            </a:lvl3pPr>
            <a:lvl4pPr>
              <a:defRPr sz="543"/>
            </a:lvl4pPr>
            <a:lvl5pPr>
              <a:defRPr sz="543"/>
            </a:lvl5pPr>
            <a:lvl6pPr>
              <a:defRPr sz="543"/>
            </a:lvl6pPr>
            <a:lvl7pPr>
              <a:defRPr sz="543"/>
            </a:lvl7pPr>
            <a:lvl8pPr>
              <a:defRPr sz="543"/>
            </a:lvl8pPr>
            <a:lvl9pPr>
              <a:defRPr sz="5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129" y="766763"/>
            <a:ext cx="801296" cy="1420522"/>
          </a:xfrm>
        </p:spPr>
        <p:txBody>
          <a:bodyPr/>
          <a:lstStyle>
            <a:lvl1pPr marL="0" indent="0">
              <a:buNone/>
              <a:defRPr sz="435"/>
            </a:lvl1pPr>
            <a:lvl2pPr marL="124221" indent="0">
              <a:buNone/>
              <a:defRPr sz="380"/>
            </a:lvl2pPr>
            <a:lvl3pPr marL="248442" indent="0">
              <a:buNone/>
              <a:defRPr sz="326"/>
            </a:lvl3pPr>
            <a:lvl4pPr marL="372664" indent="0">
              <a:buNone/>
              <a:defRPr sz="272"/>
            </a:lvl4pPr>
            <a:lvl5pPr marL="496885" indent="0">
              <a:buNone/>
              <a:defRPr sz="272"/>
            </a:lvl5pPr>
            <a:lvl6pPr marL="621106" indent="0">
              <a:buNone/>
              <a:defRPr sz="272"/>
            </a:lvl6pPr>
            <a:lvl7pPr marL="745327" indent="0">
              <a:buNone/>
              <a:defRPr sz="272"/>
            </a:lvl7pPr>
            <a:lvl8pPr marL="869549" indent="0">
              <a:buNone/>
              <a:defRPr sz="272"/>
            </a:lvl8pPr>
            <a:lvl9pPr marL="993770" indent="0">
              <a:buNone/>
              <a:defRPr sz="2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3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29" y="170392"/>
            <a:ext cx="801296" cy="596371"/>
          </a:xfrm>
        </p:spPr>
        <p:txBody>
          <a:bodyPr anchor="b"/>
          <a:lstStyle>
            <a:lvl1pPr>
              <a:defRPr sz="8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56210" y="367999"/>
            <a:ext cx="1257747" cy="1816328"/>
          </a:xfrm>
        </p:spPr>
        <p:txBody>
          <a:bodyPr anchor="t"/>
          <a:lstStyle>
            <a:lvl1pPr marL="0" indent="0">
              <a:buNone/>
              <a:defRPr sz="869"/>
            </a:lvl1pPr>
            <a:lvl2pPr marL="124221" indent="0">
              <a:buNone/>
              <a:defRPr sz="761"/>
            </a:lvl2pPr>
            <a:lvl3pPr marL="248442" indent="0">
              <a:buNone/>
              <a:defRPr sz="652"/>
            </a:lvl3pPr>
            <a:lvl4pPr marL="372664" indent="0">
              <a:buNone/>
              <a:defRPr sz="543"/>
            </a:lvl4pPr>
            <a:lvl5pPr marL="496885" indent="0">
              <a:buNone/>
              <a:defRPr sz="543"/>
            </a:lvl5pPr>
            <a:lvl6pPr marL="621106" indent="0">
              <a:buNone/>
              <a:defRPr sz="543"/>
            </a:lvl6pPr>
            <a:lvl7pPr marL="745327" indent="0">
              <a:buNone/>
              <a:defRPr sz="543"/>
            </a:lvl7pPr>
            <a:lvl8pPr marL="869549" indent="0">
              <a:buNone/>
              <a:defRPr sz="543"/>
            </a:lvl8pPr>
            <a:lvl9pPr marL="993770" indent="0">
              <a:buNone/>
              <a:defRPr sz="54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129" y="766763"/>
            <a:ext cx="801296" cy="1420522"/>
          </a:xfrm>
        </p:spPr>
        <p:txBody>
          <a:bodyPr/>
          <a:lstStyle>
            <a:lvl1pPr marL="0" indent="0">
              <a:buNone/>
              <a:defRPr sz="435"/>
            </a:lvl1pPr>
            <a:lvl2pPr marL="124221" indent="0">
              <a:buNone/>
              <a:defRPr sz="380"/>
            </a:lvl2pPr>
            <a:lvl3pPr marL="248442" indent="0">
              <a:buNone/>
              <a:defRPr sz="326"/>
            </a:lvl3pPr>
            <a:lvl4pPr marL="372664" indent="0">
              <a:buNone/>
              <a:defRPr sz="272"/>
            </a:lvl4pPr>
            <a:lvl5pPr marL="496885" indent="0">
              <a:buNone/>
              <a:defRPr sz="272"/>
            </a:lvl5pPr>
            <a:lvl6pPr marL="621106" indent="0">
              <a:buNone/>
              <a:defRPr sz="272"/>
            </a:lvl6pPr>
            <a:lvl7pPr marL="745327" indent="0">
              <a:buNone/>
              <a:defRPr sz="272"/>
            </a:lvl7pPr>
            <a:lvl8pPr marL="869549" indent="0">
              <a:buNone/>
              <a:defRPr sz="272"/>
            </a:lvl8pPr>
            <a:lvl9pPr marL="993770" indent="0">
              <a:buNone/>
              <a:defRPr sz="2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7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5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77926" y="136077"/>
            <a:ext cx="535707" cy="21659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0805" y="136077"/>
            <a:ext cx="1576065" cy="21659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92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0805" y="136077"/>
            <a:ext cx="2142828" cy="494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805" y="680383"/>
            <a:ext cx="2142828" cy="1621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805" y="2368918"/>
            <a:ext cx="558999" cy="136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87984-4411-4CFA-82FD-5CB903033EE0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70" y="2368918"/>
            <a:ext cx="838498" cy="136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54634" y="2368918"/>
            <a:ext cx="558999" cy="136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BE732-9F59-47E9-8898-B28A2AE76C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3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8442" rtl="0" eaLnBrk="1" latinLnBrk="0" hangingPunct="1">
        <a:lnSpc>
          <a:spcPct val="90000"/>
        </a:lnSpc>
        <a:spcBef>
          <a:spcPct val="0"/>
        </a:spcBef>
        <a:buNone/>
        <a:defRPr sz="1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111" indent="-62111" algn="l" defTabSz="248442" rtl="0" eaLnBrk="1" latinLnBrk="0" hangingPunct="1">
        <a:lnSpc>
          <a:spcPct val="90000"/>
        </a:lnSpc>
        <a:spcBef>
          <a:spcPts val="272"/>
        </a:spcBef>
        <a:buFont typeface="Arial" panose="020B0604020202020204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1pPr>
      <a:lvl2pPr marL="186332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2pPr>
      <a:lvl3pPr marL="310553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543" kern="1200">
          <a:solidFill>
            <a:schemeClr val="tx1"/>
          </a:solidFill>
          <a:latin typeface="+mn-lt"/>
          <a:ea typeface="+mn-ea"/>
          <a:cs typeface="+mn-cs"/>
        </a:defRPr>
      </a:lvl3pPr>
      <a:lvl4pPr marL="434774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4pPr>
      <a:lvl5pPr marL="558996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5pPr>
      <a:lvl6pPr marL="683217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6pPr>
      <a:lvl7pPr marL="807438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7pPr>
      <a:lvl8pPr marL="931659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8pPr>
      <a:lvl9pPr marL="1055881" indent="-62111" algn="l" defTabSz="248442" rtl="0" eaLnBrk="1" latinLnBrk="0" hangingPunct="1">
        <a:lnSpc>
          <a:spcPct val="90000"/>
        </a:lnSpc>
        <a:spcBef>
          <a:spcPts val="136"/>
        </a:spcBef>
        <a:buFont typeface="Arial" panose="020B0604020202020204" pitchFamily="34" charset="0"/>
        <a:buChar char="•"/>
        <a:defRPr sz="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1pPr>
      <a:lvl2pPr marL="124221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2pPr>
      <a:lvl3pPr marL="248442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3pPr>
      <a:lvl4pPr marL="372664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4pPr>
      <a:lvl5pPr marL="496885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5pPr>
      <a:lvl6pPr marL="621106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6pPr>
      <a:lvl7pPr marL="745327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7pPr>
      <a:lvl8pPr marL="869549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8pPr>
      <a:lvl9pPr marL="993770" algn="l" defTabSz="248442" rtl="0" eaLnBrk="1" latinLnBrk="0" hangingPunct="1">
        <a:defRPr sz="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FE0E-5D5A-F84A-CAD5-6F21494CA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333" y="662561"/>
            <a:ext cx="2111772" cy="889823"/>
          </a:xfrm>
        </p:spPr>
        <p:txBody>
          <a:bodyPr>
            <a:normAutofit/>
          </a:bodyPr>
          <a:lstStyle/>
          <a:p>
            <a:r>
              <a:rPr lang="en-IN" sz="2820" dirty="0"/>
              <a:t>E-NOSE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DC731-9C1F-51D3-E954-CAD9B99F7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555" y="1526168"/>
            <a:ext cx="1863329" cy="617078"/>
          </a:xfrm>
        </p:spPr>
        <p:txBody>
          <a:bodyPr>
            <a:normAutofit/>
          </a:bodyPr>
          <a:lstStyle/>
          <a:p>
            <a:r>
              <a:rPr lang="en-IN" sz="1400" dirty="0"/>
              <a:t>CORI ISRO PROJECT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BA167A-3C08-1ED0-29DE-2A94619B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049" y="50169"/>
            <a:ext cx="634131" cy="61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ESSAT - All India Online Entrance Exam for Admission to PES University">
            <a:extLst>
              <a:ext uri="{FF2B5EF4-FFF2-40B4-BE49-F238E27FC236}">
                <a16:creationId xmlns:a16="http://schemas.microsoft.com/office/drawing/2014/main" id="{B028D891-E483-3DC5-C95A-4B5B3AF62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2" y="114928"/>
            <a:ext cx="917835" cy="47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FE74FF-8C40-3C52-B47A-20018A2E3915}"/>
              </a:ext>
            </a:extLst>
          </p:cNvPr>
          <p:cNvSpPr/>
          <p:nvPr/>
        </p:nvSpPr>
        <p:spPr>
          <a:xfrm>
            <a:off x="0" y="0"/>
            <a:ext cx="2484438" cy="255587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70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E-NOSE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E-NOSE</dc:title>
  <dc:creator>Hrishikesh Gawas</dc:creator>
  <cp:lastModifiedBy>Hrishikesh Gawas</cp:lastModifiedBy>
  <cp:revision>2</cp:revision>
  <cp:lastPrinted>2024-02-04T15:57:15Z</cp:lastPrinted>
  <dcterms:created xsi:type="dcterms:W3CDTF">2024-02-03T14:42:47Z</dcterms:created>
  <dcterms:modified xsi:type="dcterms:W3CDTF">2024-02-04T16:01:42Z</dcterms:modified>
</cp:coreProperties>
</file>